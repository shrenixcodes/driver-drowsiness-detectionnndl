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 (SRMIST)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CSE (AI &amp; ML) — Section AI1  |  Neural Networks and Deep Learning — Course Project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30545" y="14173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055" y="16148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2316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Spatiotemporal Deep Learning for Real-Time Driver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Drowsiness Prediction and Early Warning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  vs.  CNN + GRU / LSTM — a Temporal Deep Learning Comparison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230368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 Bag   |   RA2311026010487</a:t>
            </a:r>
            <a:endParaRPr lang="en-US" sz="15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Verma   |   RA2311026010479</a:t>
            </a:r>
            <a:endParaRPr lang="en-US" sz="15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Saarthak Gupta   |   RA2311026010490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4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coursework prototype — not a certified automotive safety system.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56432" cy="3657600"/>
          </a:xfrm>
          <a:prstGeom prst="roundRect">
            <a:avLst>
              <a:gd name="adj" fmla="val 2646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88236" y="17830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alert_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774" y="1969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Alarms, Missed Warnings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detectors mistake an ordinary blink for a microsleep — causing false alarms, or missing real drowsiness while the eyes are nominally open.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79392" y="1417320"/>
            <a:ext cx="3456432" cy="3657600"/>
          </a:xfrm>
          <a:prstGeom prst="roundRect">
            <a:avLst>
              <a:gd name="adj" fmla="val 2646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18988" y="178308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C:\Users\subho\AppData\Local\Temp\claude\D--repos-Driver-drowsiness-detectionNNDL\78fce23f-d0c7-4e5a-88c2-639831877179\scratchpad\pptx_build\icons\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526" y="196961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8346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Gradual, Not Instant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53712" y="352044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builds over time: prolonged eye closure, slowing blink rate, yawning. Reasoning over a window of frames fits this far better than reacting to one.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10144" y="1417320"/>
            <a:ext cx="3456432" cy="3657600"/>
          </a:xfrm>
          <a:prstGeom prst="roundRect">
            <a:avLst>
              <a:gd name="adj" fmla="val 2646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49740" y="17830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C:\Users\subho\AppData\Local\Temp\claude\D--repos-Driver-drowsiness-detectionNNDL\78fce23f-d0c7-4e5a-88c2-639831877179\scratchpad\pptx_build\icons\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278" y="196961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38744" y="283464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Project's Question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284464" y="3520440"/>
            <a:ext cx="2907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adding temporal modeling (CNN + GRU/LSTM) measurably improve drowsiness prediction over a frame-level CNN baseline — with real, measured numbers?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50492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check_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5084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08760"/>
            <a:ext cx="9601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real-time, webcam-based driver drowsiness monitor that runs on a normal laptop CPU.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820924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C:\Users\subho\AppData\Local\Temp\claude\D--repos-Driver-drowsiness-detectionNNDL\78fce23f-d0c7-4e5a-88c2-639831877179\scratchpad\pptx_build\icons\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85516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679192"/>
            <a:ext cx="9601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frame-level CNN baseline (Model A) and a temporal CNN + GRU/LSTM model (Model B) sharing one feature extractor.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849624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991356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C:\Users\subho\AppData\Local\Temp\claude\D--repos-Driver-drowsiness-detectionNNDL\78fce23f-d0c7-4e5a-88c2-639831877179\scratchpad\pptx_build\icons\bar_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55948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3849624"/>
            <a:ext cx="9601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Quantitatively compare both models on accuracy, precision, recall, F1-score, and inference latency.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5020056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5161788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C:\Users\subho\AppData\Local\Temp\claude\D--repos-Driver-drowsiness-detectionNNDL\78fce23f-d0c7-4e5a-88c2-639831877179\scratchpad\pptx_build\icons\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326380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5020056"/>
            <a:ext cx="9601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temporal smoothing and consecutive-frame debouncing, so momentary misdetections never trigger a false alarm.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E9EEF6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32588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Video Frame)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0" y="132588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E9EEF6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59352" y="1325880"/>
            <a:ext cx="3465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&amp; Eye Detection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(MediaPipe / Haar fallback)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325880"/>
            <a:ext cx="3867912" cy="566928"/>
          </a:xfrm>
          <a:prstGeom prst="roundRect">
            <a:avLst>
              <a:gd name="adj" fmla="val 12903"/>
            </a:avLst>
          </a:prstGeom>
          <a:solidFill>
            <a:srgbClr val="E9EEF6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1325880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(MobileNetV2, transfer learning)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609344"/>
            <a:ext cx="27432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1609344"/>
            <a:ext cx="27432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06356" y="1892808"/>
            <a:ext cx="0" cy="32004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2212848"/>
            <a:ext cx="47548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212848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03920" y="2212848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334756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N frames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505456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DEFE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2505456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B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(Baseline)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B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head  →  ALERT / DROWSY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B47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frame)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505456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4EA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505456"/>
            <a:ext cx="3877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(Proposed)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GRU/LSTM  →  Dense  →  P(drowsy)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(temporal sequence)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3282696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3282696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3575304"/>
            <a:ext cx="47548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575304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3867912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E9EEF6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867912"/>
            <a:ext cx="7260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Logic  —  Smoothing → Threshold → Consecutive-Frame Debounce → State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434840"/>
            <a:ext cx="0" cy="29260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77440" y="4727448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4727448"/>
            <a:ext cx="7260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 —  Live Feed · Metrics · History Chart · Audio Alarm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MRL Eye Dataset — Frame-Level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labeled open/closed eye image collection — trains Model A (baseline).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Arranged as data/train/{open_eye, closed_eye}/*.jpg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Validation/test splits auto-derived (stratified) if only train/ is populated.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sampling handles the typical open/closed imbalance.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DEFE0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11112" y="17373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C:\Users\subho\AppData\Local\Temp\claude\D--repos-Driver-drowsiness-detectionNNDL\78fce23f-d0c7-4e5a-88c2-639831877179\scratchpad\pptx_build\icons\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77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25512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NTHU-DDD &amp; YawDD — Video Data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656832" y="26517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drowsy/alert video clips — needed for real temporal dynamics in Model B.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by the original authors; no fabricated download link is provided.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script extracts ordered eye-crop sequences once a dataset is obtained.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Pseudo-sequence fallback (from MRL) keeps the code path runnable — clearly logged as not real temporal data.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Architecture: Baseline vs. Proposed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C:\Users\subho\AppData\Local\Temp\claude\D--repos-Driver-drowsiness-detectionNNDL\78fce23f-d0c7-4e5a-88c2-639831877179\scratchpad\pptx_build\icons\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355141"/>
            <a:ext cx="261518" cy="261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34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 — MobileNetV2  →  Global Average Pool  →  128-d feature vector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834640" y="228600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C:\Users\subho\AppData\Local\Temp\claude\D--repos-Driver-drowsiness-detectionNNDL\78fce23f-d0c7-4e5a-88c2-639831877179\scratchpad\pptx_build\icons\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178" y="2472538"/>
            <a:ext cx="404165" cy="4041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 — Baseline CNN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79476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single eye crop per frame (no temporal context).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head: 128 → 32 → 2 (ALERT / DROWSY logits).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fine-tuned (not frozen) — eye crops differ visually from ImageNet.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2,392,034 total parameters.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91072" y="19659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DEFE0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577072" y="228600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C:\Users\subho\AppData\Local\Temp\claude\D--repos-Driver-drowsiness-detectionNNDL\78fce23f-d0c7-4e5a-88c2-639831877179\scratchpad\pptx_build\icons\activi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610" y="247253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5392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— CNN + GRU/LSTM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656832" y="379476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128-d features from the last 15 frames (SEQUENCE_LENGTH, configurable).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(hidden=64, LSTM selectable) → Dense 64 → 32 → 2.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frozen — sequence data is scarcer, so only the head is trained.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2,427,234 total parameters; GRU ≈25% fewer params than an equivalent LSTM.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Streamlit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monito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Annotated Feed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1214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bounding box overlay with a colour-coded ALERT / DROWSY / HIGH-RISK status badge, updated every frame.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1072" y="14630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65392" y="18745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C:\Users\subho\AppData\Local\Temp\claude\D--repos-Driver-drowsiness-detectionNNDL\78fce23f-d0c7-4e5a-88c2-639831877179\scratchpad\pptx_build\icons\bar_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30" y="206105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25512" y="16916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Probability History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25512" y="21214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scrolling drowsiness-probability chart with the drowsy and high-risk thresholds drawn as reference lines.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490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2" descr="C:\Users\subho\AppData\Local\Temp\claude\D--repos-Driver-drowsiness-detectionNNDL\78fce23f-d0c7-4e5a-88c2-639831877179\scratchpad\pptx_build\icons\activity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93557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Eye &amp; Yawn Tracking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39959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state, blink rate per minute, and yawn count — all derived live from the EAR/MAR signals.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91072" y="3337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65392" y="374904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C:\Users\subho\AppData\Local\Temp\claude\D--repos-Driver-drowsiness-detectionNNDL\78fce23f-d0c7-4e5a-88c2-639831877179\scratchpad\pptx_build\icons\volum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393557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25512" y="3566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Debounced Audio Alarm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25512" y="39959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locally-synthesized alarm tone plays only after sustained high-risk frames — never on a single bad frame.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Methodology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" name="Image 0" descr="C:\Users\subho\AppData\Local\Temp\claude\D--repos-Driver-drowsiness-detectionNNDL\78fce23f-d0c7-4e5a-88c2-639831877179\scratchpad\pptx_build\icons\check_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6166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2286000"/>
            <a:ext cx="4160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(positive class = DROWSY).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full classification report per model.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single-frame (Model A) / single-update (Model B) inference latency — matched to real-time usage.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genuinely trained &amp; evaluated models appear — no invented numbers.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(CNN 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(CNN + GRU/LSTM)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evaluate.py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0" y="4709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verbatim from outputs/metrics/comparison_table.csv after running python src/train.py and python src/evaluate.py — nothing here is fabricated.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9EEF6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alert_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prototype only — not a certified automotive safety system.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real video dataset, Model B trains on pseudo-sequences (no genuine temporal dynamics).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Haar-cascade fallback gives coarser EAR and no MAR/head-pose signal.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adequate lighting and a front-facing camera.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7F2EC"/>
          </a:solidFill>
          <a:ln/>
          <a:effectLst>
            <a:outerShdw sx="100000" sy="100000" kx="0" ky="0" algn="bl" rotWithShape="0" blurRad="101600" dist="25400" dir="5400000">
              <a:srgbClr val="1B2A4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11112" y="173736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C:\Users\subho\AppData\Local\Temp\claude\D--repos-Driver-drowsiness-detectionNNDL\78fce23f-d0c7-4e5a-88c2-639831877179\scratchpad\pptx_build\icons\trending_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9019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1783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656832" y="26060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Train/evaluate Model B on a genuine video dataset (NTHU-DDD or YawDD).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calibration of EAR/MAR thresholds via a short on-device step.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(rather than rule-based) fusion of eye, yawn, and head-pose signals.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354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attention-based temporal models and on-device quantization.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Driver Drowsiness Prediction — NNDL Project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311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141732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complete, verified spatiotemporal deep-learning pipeline — ready to answer, with real measured numbers, whether temporal modeling genuinely improves drowsiness prediction over a frame-level baseline.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981048" y="28803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C:\Users\subho\AppData\Local\Temp\claude\D--repos-Driver-drowsiness-detectionNNDL\78fce23f-d0c7-4e5a-88c2-639831877179\scratchpad\pptx_build\icons\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612" y="3055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0888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Models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00888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 vs. CNN + GRU/LSTM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30088" y="28803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C:\Users\subho\AppData\Local\Temp\claude\D--repos-Driver-drowsiness-detectionNNDL\78fce23f-d0c7-4e5a-88c2-639831877179\scratchpad\pptx_build\icons\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652" y="305592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9928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15-Frame Window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449928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temporal sequence length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479128" y="288036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C:\Users\subho\AppData\Local\Temp\claude\D--repos-Driver-drowsiness-detectionNNDL\78fce23f-d0c7-4e5a-88c2-639831877179\scratchpad\pptx_build\icons\cpu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692" y="305592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8968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on CPU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198968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for inference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14400" y="521208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 Bag  •  Shaurya Verma  •  Saarthak Gupta   |   NNDL, SRMIST, Section AI1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49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coursework prototype — not a certified automotive safety system.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Spatiotemporal Deep Learning for Real-Time Driver Drowsiness Prediction</dc:title>
  <dc:subject>Neural Networks and Deep Learning - Course Project</dc:subject>
  <dc:creator>Shreyan Bag, Shaurya Verma, Saarthak Gupta</dc:creator>
  <cp:lastModifiedBy>Shreyan Bag, Shaurya Verma, Saarthak Gupta</cp:lastModifiedBy>
  <cp:revision>1</cp:revision>
  <dcterms:created xsi:type="dcterms:W3CDTF">2026-09-16T00:39:53Z</dcterms:created>
  <dcterms:modified xsi:type="dcterms:W3CDTF">2026-09-16T00:39:53Z</dcterms:modified>
  <dc:description/>
</cp:coreProperties>
</file>